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08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9" r:id="rId11"/>
    <p:sldId id="311" r:id="rId12"/>
    <p:sldId id="312" r:id="rId13"/>
    <p:sldId id="313" r:id="rId14"/>
    <p:sldId id="315" r:id="rId15"/>
    <p:sldId id="316" r:id="rId16"/>
    <p:sldId id="318" r:id="rId17"/>
    <p:sldId id="319" r:id="rId18"/>
    <p:sldId id="320" r:id="rId19"/>
    <p:sldId id="321" r:id="rId20"/>
    <p:sldId id="322" r:id="rId21"/>
    <p:sldId id="281" r:id="rId22"/>
  </p:sldIdLst>
  <p:sldSz cx="9144000" cy="6858000" type="screen4x3"/>
  <p:notesSz cx="68119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BBCE6C-456D-411D-A126-EC372F04BA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64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1761" cy="54238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32276" y="0"/>
            <a:ext cx="2931761" cy="54238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696C064A-D61B-4B21-B757-51A9B82445B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267686"/>
            <a:ext cx="2931761" cy="5423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32276" y="10267686"/>
            <a:ext cx="2931761" cy="5423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98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521382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September 2023</a:t>
            </a: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1-59</a:t>
            </a:r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2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 panose="020B0604020202020204"/>
              <a:buNone/>
              <a:defRPr sz="5600" b="1">
                <a:solidFill>
                  <a:srgbClr val="4CE0E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 rtl="0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 rtl="0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 rtl="0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C7EA1EE-ACC9-4AA9-8479-177537AF3D57}" type="datetime1">
              <a:rPr lang="en-US" smtClean="0"/>
              <a:t>4/7/2026</a:t>
            </a:fld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C00E9C2-45B1-4CB3-827C-5A3A39A47DEB}" type="datetime1">
              <a:rPr lang="en-US" smtClean="0"/>
              <a:t>4/7/2026</a:t>
            </a:fld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A275168-B7EC-4357-B3A2-81E309F0DCE0}" type="datetime1">
              <a:rPr lang="en-US" smtClean="0"/>
              <a:t>4/7/2026</a:t>
            </a:fld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B2B5267-1955-4B7A-99BD-F281AE7376BD}" type="datetime1">
              <a:rPr lang="en-US" smtClean="0"/>
              <a:t>4/7/2026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 panose="020B0604020202020204"/>
              <a:buNone/>
              <a:defRPr sz="2600" b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2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16330FB-FD2C-4BFE-8AAE-4338CAEFDE5A}" type="datetime1">
              <a:rPr lang="en-US" smtClean="0"/>
              <a:t>4/7/2026</a:t>
            </a:fld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-10379968" flipH="1">
            <a:off x="3165538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71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" name="Google Shape;57;p10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7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Google Shape;59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20204"/>
              <a:buNone/>
              <a:defRPr sz="2000" b="1">
                <a:solidFill>
                  <a:schemeClr val="dk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 rtl="0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 panose="020B0604020202020204"/>
              <a:buNone/>
              <a:defRPr sz="1300"/>
            </a:lvl1pPr>
            <a:lvl2pPr marL="914400" lvl="1" indent="-28956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2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216B451-C996-4B05-B1E7-2F8A15A53781}" type="datetime1">
              <a:rPr lang="en-US" smtClean="0"/>
              <a:t>4/7/2026</a:t>
            </a:fld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2377350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5693AA2-5AD0-4F84-8F47-0CB35F1A0D4E}" type="datetime1">
              <a:rPr lang="en-US" smtClean="0"/>
              <a:t>4/7/2026</a:t>
            </a:fld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 rtl="0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9E6526F-AB7E-4528-BA7F-E76FAE9581E8}" type="datetime1">
              <a:rPr lang="en-US" smtClean="0"/>
              <a:t>4/7/2026</a:t>
            </a:fld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E15C9B5-760F-47C1-8AB5-FC00767F270C}" type="datetime1">
              <a:rPr lang="en-US" smtClean="0"/>
              <a:t>4/7/2026</a:t>
            </a:fld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09880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123BC0E4-8990-4054-8FB3-27A21F2DD97A}" type="datetime1">
              <a:rPr lang="en-US" smtClean="0"/>
              <a:t>4/7/2026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tile tx="0" ty="0" sx="100000" sy="80000" flip="none" algn="tl"/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4572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45720" lvl="0" indent="0" algn="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 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</a:t>
            </a:r>
          </a:p>
        </p:txBody>
      </p:sp>
      <p:sp>
        <p:nvSpPr>
          <p:cNvPr id="87" name="Google Shape;87;p14"/>
          <p:cNvSpPr txBox="1"/>
          <p:nvPr/>
        </p:nvSpPr>
        <p:spPr>
          <a:xfrm>
            <a:off x="2566930" y="109180"/>
            <a:ext cx="6294855" cy="154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KONGU ENGINEERING COLLEGE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1" i="0" u="none" strike="noStrike" cap="none" dirty="0">
              <a:solidFill>
                <a:schemeClr val="accen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PERUNDURAI ERODE-638060</a:t>
            </a:r>
            <a:endParaRPr sz="16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DEPARTMENT OF COMPUTER APPLICATIONS</a:t>
            </a:r>
            <a:endParaRPr lang="en-US" sz="2000" b="1" i="0" u="none" strike="noStrike" cap="none" dirty="0">
              <a:solidFill>
                <a:srgbClr val="3C78D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2764787" y="1721495"/>
            <a:ext cx="5899140" cy="160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buSzPts val="1100"/>
            </a:pPr>
            <a:r>
              <a:rPr lang="en-US" sz="2800" b="1" dirty="0">
                <a:solidFill>
                  <a:srgbClr val="3C78D8"/>
                </a:solidFill>
                <a:highlight>
                  <a:srgbClr val="FFFFFF"/>
                </a:highlight>
                <a:latin typeface="Times New Roman" panose="02020603050405020304" charset="0"/>
                <a:ea typeface="Times New Roman" panose="02020603050405020304"/>
                <a:cs typeface="Times New Roman" panose="02020603050405020304" charset="0"/>
                <a:sym typeface="Times New Roman" panose="02020603050405020304"/>
              </a:rPr>
              <a:t>TITLE </a:t>
            </a:r>
            <a:r>
              <a:rPr lang="en-US" sz="2800" b="1" dirty="0">
                <a:solidFill>
                  <a:srgbClr val="3C78D8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: </a:t>
            </a:r>
            <a:r>
              <a:rPr lang="en-IN" sz="28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Using Google Web Services</a:t>
            </a:r>
            <a:endParaRPr lang="en-US" sz="2800" b="1" dirty="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Google Shape;91;p14" descr="G:\TBI\TBI@KEC Logos\K Transform\6-5x4 product centre.jp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49416" y="811931"/>
            <a:ext cx="1713898" cy="14904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27C04D-3633-ACDD-3F8D-8722D3FA32E1}"/>
              </a:ext>
            </a:extLst>
          </p:cNvPr>
          <p:cNvSpPr txBox="1"/>
          <p:nvPr/>
        </p:nvSpPr>
        <p:spPr>
          <a:xfrm>
            <a:off x="1750117" y="3005149"/>
            <a:ext cx="6399698" cy="22419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2400" b="1" dirty="0">
              <a:latin typeface="Times New Roman"/>
              <a:ea typeface="Cambria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                   By</a:t>
            </a:r>
            <a:endParaRPr lang="en-US" sz="2400" b="1" dirty="0">
              <a:solidFill>
                <a:srgbClr val="FF0000"/>
              </a:solidFill>
              <a:latin typeface="Times New Roman"/>
              <a:ea typeface="Cambria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/>
                <a:ea typeface="Cambria"/>
                <a:cs typeface="Times New Roman"/>
              </a:rPr>
              <a:t>                              Pon Abarna J(25MCR080)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Cambria"/>
                <a:cs typeface="Times New Roman"/>
              </a:rPr>
              <a:t>                             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Cambria"/>
                <a:cs typeface="Times New Roman"/>
              </a:rPr>
              <a:t>                             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8;p9">
            <a:extLst>
              <a:ext uri="{FF2B5EF4-FFF2-40B4-BE49-F238E27FC236}">
                <a16:creationId xmlns:a16="http://schemas.microsoft.com/office/drawing/2014/main" id="{D9E0F455-026F-4DF2-8A02-753BD5ED7A1D}"/>
              </a:ext>
            </a:extLst>
          </p:cNvPr>
          <p:cNvSpPr txBox="1"/>
          <p:nvPr/>
        </p:nvSpPr>
        <p:spPr>
          <a:xfrm>
            <a:off x="1250497" y="416509"/>
            <a:ext cx="39243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E9E158-D2B8-2C45-0812-615079C3905D}"/>
              </a:ext>
            </a:extLst>
          </p:cNvPr>
          <p:cNvSpPr txBox="1"/>
          <p:nvPr/>
        </p:nvSpPr>
        <p:spPr>
          <a:xfrm>
            <a:off x="805543" y="881501"/>
            <a:ext cx="7532913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is one of the largest and most powerful cloud computing companies in the world 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provides a wide range of solutions for both individuals and businesses 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Services Offered: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Applications: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like Gmail, Docs, Maps, and YouTube 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Tools: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APIs, SDKs, and platforms to build modern applications 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infrastructure for hosting, storage, and computing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Strengths: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and reliability 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infrastructure with data centers worldwide 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technologies like AI, machine learning, and big data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22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/>
        </p:nvSpPr>
        <p:spPr>
          <a:xfrm>
            <a:off x="1011690" y="661472"/>
            <a:ext cx="71206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of Google – Search Technology</a:t>
            </a:r>
            <a:endParaRPr sz="3200" b="1" dirty="0">
              <a:solidFill>
                <a:schemeClr val="accen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E0B03-EBF9-5334-4BAB-866AB30A56D0}"/>
              </a:ext>
            </a:extLst>
          </p:cNvPr>
          <p:cNvSpPr txBox="1"/>
          <p:nvPr/>
        </p:nvSpPr>
        <p:spPr>
          <a:xfrm>
            <a:off x="92365" y="661177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B2B5267-1955-4B7A-99BD-F281AE7376BD}" type="datetime1">
              <a:rPr lang="en-US" sz="1000" smtClean="0"/>
              <a:pPr/>
              <a:t>4/7/2026</a:t>
            </a:fld>
            <a:endParaRPr lang="en-IN" sz="1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5F1A25-6FA6-E047-0E7C-F6F03C2DF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28" y="1414715"/>
            <a:ext cx="7903029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Google’s core business is its powerful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quickly find and deliver relevant information from the internet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handles billions of search queries every day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Used: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Indexing: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Organizes web pages into a structured database for fast retrieval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Crawlers (Bots):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Programs that scan and collect data from websites continuously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 Provided: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Search: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users find information easily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Tools: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search features for developers and researchers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F598B-0041-8A50-F998-4861ED267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F403-5A82-EF96-9372-6A770722AE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818D5-1687-5A79-A516-553B8A321C61}"/>
              </a:ext>
            </a:extLst>
          </p:cNvPr>
          <p:cNvSpPr txBox="1"/>
          <p:nvPr/>
        </p:nvSpPr>
        <p:spPr>
          <a:xfrm>
            <a:off x="1241554" y="665262"/>
            <a:ext cx="5997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Indexed Search?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62FFD42-7F69-A8B4-6380-EC01C4052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087" y="815366"/>
            <a:ext cx="6910866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oogle uses web crawlers (also called spiders) to collect information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Crawlers automatically scan web pages across the internet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stored in a structured index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uses an algorithm called PageRank to rank web pages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PageRank evaluates pages based on the number of links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considers keywords and user traffic for ranking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display the most relevant and important results to users </a:t>
            </a:r>
          </a:p>
        </p:txBody>
      </p:sp>
    </p:spTree>
    <p:extLst>
      <p:ext uri="{BB962C8B-B14F-4D97-AF65-F5344CB8AC3E}">
        <p14:creationId xmlns:p14="http://schemas.microsoft.com/office/powerpoint/2010/main" val="39094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2E4187-C497-F28C-9C05-02D361B0C5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22158F-3B6F-98B6-480F-7BC80BD2BB5E}"/>
              </a:ext>
            </a:extLst>
          </p:cNvPr>
          <p:cNvSpPr txBox="1"/>
          <p:nvPr/>
        </p:nvSpPr>
        <p:spPr>
          <a:xfrm>
            <a:off x="950458" y="64469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 Results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27305-D75B-6A9D-13F1-9024BD62CC03}"/>
              </a:ext>
            </a:extLst>
          </p:cNvPr>
          <p:cNvSpPr txBox="1"/>
          <p:nvPr/>
        </p:nvSpPr>
        <p:spPr>
          <a:xfrm>
            <a:off x="950458" y="1314114"/>
            <a:ext cx="7366228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a search engine is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SERP (Search Engine Results Page)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the page displayed after a user enters a query in Google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SERP shows a list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relevant websites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search keyword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are displayed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ranked 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according to importance and relevance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Ranking is determined using algorithms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PageRank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other factors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SERP may include different types of results such as links, images, videos, and ads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users quickly find accurate and useful information </a:t>
            </a:r>
          </a:p>
        </p:txBody>
      </p:sp>
    </p:spTree>
    <p:extLst>
      <p:ext uri="{BB962C8B-B14F-4D97-AF65-F5344CB8AC3E}">
        <p14:creationId xmlns:p14="http://schemas.microsoft.com/office/powerpoint/2010/main" val="334646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130D3-3D95-DF23-858A-E1EC2563B4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512DB-6A2D-BF32-9E4E-EA7B4538F5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548520-68FF-B5E6-B3D7-72E9E3131B89}"/>
              </a:ext>
            </a:extLst>
          </p:cNvPr>
          <p:cNvSpPr txBox="1"/>
          <p:nvPr/>
        </p:nvSpPr>
        <p:spPr>
          <a:xfrm>
            <a:off x="847725" y="653142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Search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23049F3-A8BD-177A-4829-575021B94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708" y="771358"/>
            <a:ext cx="7186583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all information on the internet is visible through search engines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content is hidden from search results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private websites that require login or authorization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Pages without links are difficult for crawlers to discover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Restricted or secure data is intentionally kept hidden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owners control visibility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robots.txt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Sitemaps protocol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guide search engines but may still limit access </a:t>
            </a:r>
          </a:p>
        </p:txBody>
      </p:sp>
    </p:spTree>
    <p:extLst>
      <p:ext uri="{BB962C8B-B14F-4D97-AF65-F5344CB8AC3E}">
        <p14:creationId xmlns:p14="http://schemas.microsoft.com/office/powerpoint/2010/main" val="44287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81872-B95F-89F7-366E-D3FB7A0208E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94658" y="6029779"/>
            <a:ext cx="2133600" cy="365100"/>
          </a:xfrm>
        </p:spPr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7D465-650C-0BC4-7F7D-0D353E71966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576458" y="6150429"/>
            <a:ext cx="1447800" cy="381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C019E-C452-EFB8-37D3-6CF704F41E74}"/>
              </a:ext>
            </a:extLst>
          </p:cNvPr>
          <p:cNvSpPr txBox="1"/>
          <p:nvPr/>
        </p:nvSpPr>
        <p:spPr>
          <a:xfrm>
            <a:off x="930728" y="774579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Web (Dark Web)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89075-E22F-49A8-6AC9-82D6A239FD75}"/>
              </a:ext>
            </a:extLst>
          </p:cNvPr>
          <p:cNvSpPr txBox="1"/>
          <p:nvPr/>
        </p:nvSpPr>
        <p:spPr>
          <a:xfrm>
            <a:off x="1747158" y="1359354"/>
            <a:ext cx="5762625" cy="297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83CA8E-D634-9AB6-41E3-674BE2D44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658" y="774579"/>
            <a:ext cx="7805056" cy="499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Deep Web refers to the hidden part of the internet that is not indexed by search engines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content cannot be accessed through normal search results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private data that requires login or authentication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databases such as academic records and company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secure websites like social media accounts and email services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is restricted for privacy, security, and confidentiality reasons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Deep Web is much larger than the visible (surface) web </a:t>
            </a:r>
          </a:p>
        </p:txBody>
      </p:sp>
    </p:spTree>
    <p:extLst>
      <p:ext uri="{BB962C8B-B14F-4D97-AF65-F5344CB8AC3E}">
        <p14:creationId xmlns:p14="http://schemas.microsoft.com/office/powerpoint/2010/main" val="1265291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DE681-1BE9-1354-C9A7-FA9468AF25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40D6C-5A1A-B00D-591B-4A97967FC94F}"/>
              </a:ext>
            </a:extLst>
          </p:cNvPr>
          <p:cNvSpPr txBox="1"/>
          <p:nvPr/>
        </p:nvSpPr>
        <p:spPr>
          <a:xfrm>
            <a:off x="983115" y="627162"/>
            <a:ext cx="6067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 &amp; Disintermediation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0C786E-7CD2-1D4E-8DAB-B08CE18B0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448" y="838920"/>
            <a:ext cx="7423827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collects information from multiple sources, known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combines data and presents it in a single, easy-to-access platform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removes intermediaries, a process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disintermediation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directly access information without relying on middlemen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faster and more efficient flow of information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impacts industries like publishers, news agencies, and retailers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 must adapt to this direct connection between users and content </a:t>
            </a:r>
          </a:p>
        </p:txBody>
      </p:sp>
    </p:spTree>
    <p:extLst>
      <p:ext uri="{BB962C8B-B14F-4D97-AF65-F5344CB8AC3E}">
        <p14:creationId xmlns:p14="http://schemas.microsoft.com/office/powerpoint/2010/main" val="426237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05142-7AB4-F2AD-C205-0D4C146C81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34B3B8-6A8A-92FD-F7B6-54E557CA5A2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6A879-4C9D-0C9F-493A-92BB50EA72F2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Google’s Revenue Model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3609D4-8420-FF22-77D7-792448F22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07" y="773417"/>
            <a:ext cx="7265236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Google’s main source of income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advertising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earns revenue by displaying ads to users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key platform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advertisers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Another platform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AdSense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website owners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Ads are shown based on user search queries and interests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uses user data to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targeted advertising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model helps businesses reach the right audience effectively </a:t>
            </a:r>
          </a:p>
        </p:txBody>
      </p:sp>
    </p:spTree>
    <p:extLst>
      <p:ext uri="{BB962C8B-B14F-4D97-AF65-F5344CB8AC3E}">
        <p14:creationId xmlns:p14="http://schemas.microsoft.com/office/powerpoint/2010/main" val="574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E7F3A-2DC9-D432-2336-74433781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E5FA3-2E39-2FB0-BAEB-6B4241CB0F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93111-E722-BE5C-53C6-547B4E86C5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E94BF-BB7D-11FC-7C92-5CD468629CE8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Applications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D63829-76E1-C648-CFE5-1CB374F5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87" y="859732"/>
            <a:ext cx="6769802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provides a wide range of cloud-based applications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tools include Docs, Gmail, and Calendar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 services include YouTube and Picasa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tools include Talk and Voice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these applications are accessible from anywhere via the internet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Mapping services include Google Maps and Google Earth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follow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as a Service (SaaS)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</a:p>
        </p:txBody>
      </p:sp>
    </p:spTree>
    <p:extLst>
      <p:ext uri="{BB962C8B-B14F-4D97-AF65-F5344CB8AC3E}">
        <p14:creationId xmlns:p14="http://schemas.microsoft.com/office/powerpoint/2010/main" val="655074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F31C6-D23F-3CF2-307A-1A62DD8C7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BBEEF-BE64-01A4-F7A7-CE779687B3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202F1-3B64-D299-C876-D511D8B727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53827-EB00-B5A1-24C7-92DEE3C78DC1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Google Apps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3EE039-8C6C-752C-2ADD-E75BFF764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881" y="773606"/>
            <a:ext cx="6891630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Apps reduce the need for traditional software like MS Office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need to install software on individual devices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run directly through a web browser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access applications from anywhere with internet access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collaboration among multiple users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productivity and flexibility in work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services are free or available at low cost </a:t>
            </a:r>
          </a:p>
        </p:txBody>
      </p:sp>
    </p:spTree>
    <p:extLst>
      <p:ext uri="{BB962C8B-B14F-4D97-AF65-F5344CB8AC3E}">
        <p14:creationId xmlns:p14="http://schemas.microsoft.com/office/powerpoint/2010/main" val="2869111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DAEB-7DC8-9B4F-C995-D67AB1E06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61AAC-6282-347F-AB45-95C6ACE438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993A9-3BBB-E02A-74D0-EF47DDF1B9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94041-ABEF-F28F-80AD-2E517DA9E3C5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Services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5016EA-DFEE-E329-DD4D-5EE1D5D18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356" y="655737"/>
            <a:ext cx="7135287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provides specialized services for organizations and businesses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tools like Google Site Search for internal website search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Search Appliance helps organizations manage large data search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improve efficiency and communication in organizations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used by companies, educational institutions, and governments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Apps for Business offers productivity and collaboration tools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manage data, users, and workflows effectively </a:t>
            </a:r>
          </a:p>
        </p:txBody>
      </p:sp>
    </p:spTree>
    <p:extLst>
      <p:ext uri="{BB962C8B-B14F-4D97-AF65-F5344CB8AC3E}">
        <p14:creationId xmlns:p14="http://schemas.microsoft.com/office/powerpoint/2010/main" val="3447817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1AA82-C93A-CE2B-CBBB-27224EB3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4C0B0-3922-B300-AADB-918F3DEAD5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C4771-E9A7-7FF6-EC83-0CFC44A719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DA3B0-F384-F01A-7FE9-DFA2ABD5AEAC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Apps for Business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66EBDE-2291-F3EF-D13B-7ADE8061C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056" y="655737"/>
            <a:ext cx="7404591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Apps for Business provides a set of cloud-based productivity tools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Gmail for professional email communication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Docs allows document creation and editing online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advanced security tools for data protection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cloud storage for easy data access and backup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Calendar helps manage schedules and meetings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collaboration and high reliability with 99.9% uptime </a:t>
            </a:r>
          </a:p>
        </p:txBody>
      </p:sp>
    </p:spTree>
    <p:extLst>
      <p:ext uri="{BB962C8B-B14F-4D97-AF65-F5344CB8AC3E}">
        <p14:creationId xmlns:p14="http://schemas.microsoft.com/office/powerpoint/2010/main" val="4269624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C92E-1DCB-F6EC-9BAE-BB6476BA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6BBB14-68E7-B1B7-1056-C71F000880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4D106F-77D7-638E-5970-6BD4F2A2D6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BD2F8-D618-B003-85A9-573385318CD6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AdWords 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CE8E9D-96BE-4928-6D83-9F2F2C83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056" y="797251"/>
            <a:ext cx="6923690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Ads is an online advertising platform based on keywords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Advertisers bid on keywords to display their ads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Ads are shown to users based on their search queries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 Pay-Per-Click (PPC) model, where payment is made per click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CTR (Click Through Rate) measures how often users click ads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Score determines ad ranking and visibility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Targeting options include location and user interests </a:t>
            </a:r>
          </a:p>
        </p:txBody>
      </p:sp>
    </p:spTree>
    <p:extLst>
      <p:ext uri="{BB962C8B-B14F-4D97-AF65-F5344CB8AC3E}">
        <p14:creationId xmlns:p14="http://schemas.microsoft.com/office/powerpoint/2010/main" val="884696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66157-0ECE-B75A-EB9C-B483E6C9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E36A1-1513-1B38-8E97-15441F2793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2F29B-543D-C3AD-BF33-E1672DCBF5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7AB06-BD51-C5E8-5139-8D74ECC06ADC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Analytics 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C0B935F-8EBF-31EA-4E41-59F29F976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543" y="655737"/>
            <a:ext cx="7802136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Analytics is a powerful tool to analyze website traffic and user activity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understand how users interact with a website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data like number of visitors, pages visited, and time spent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 JavaScript tracking code embedded in websites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data and sends it to Google servers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like traffic sources, user behavior, and page performance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improve marketing strategies and overall website performance </a:t>
            </a:r>
          </a:p>
        </p:txBody>
      </p:sp>
    </p:spTree>
    <p:extLst>
      <p:ext uri="{BB962C8B-B14F-4D97-AF65-F5344CB8AC3E}">
        <p14:creationId xmlns:p14="http://schemas.microsoft.com/office/powerpoint/2010/main" val="2895536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E2C0-148E-6CF3-E3D0-42EA2FDB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63BD0-9375-4A7E-7737-5D0DBDF678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D9681-08D5-E9B3-A51C-3F0C09E451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53A40-A4E7-0A53-EB66-60C88BDF3C4A}"/>
              </a:ext>
            </a:extLst>
          </p:cNvPr>
          <p:cNvSpPr txBox="1"/>
          <p:nvPr/>
        </p:nvSpPr>
        <p:spPr>
          <a:xfrm>
            <a:off x="947056" y="655737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59416F8-4D07-9DA5-CDB3-723FFBF1C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056" y="800681"/>
            <a:ext cx="6872394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 is a language translation tool developed by Google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multiple languages for global communication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from one language to another instantly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and easy translation for users worldwide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translate text, websites, and documents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statistical machine translation and large datasets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improves accuracy using real-world data </a:t>
            </a:r>
          </a:p>
        </p:txBody>
      </p:sp>
    </p:spTree>
    <p:extLst>
      <p:ext uri="{BB962C8B-B14F-4D97-AF65-F5344CB8AC3E}">
        <p14:creationId xmlns:p14="http://schemas.microsoft.com/office/powerpoint/2010/main" val="4000065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06D6-D5AA-4FAD-0955-46651754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73F85E-BE53-27A9-0623-6E6399DAB8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665B3-A47E-610E-5211-5FA7BE52A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DC0F6-BA08-DBE5-A8E8-482DC4562332}"/>
              </a:ext>
            </a:extLst>
          </p:cNvPr>
          <p:cNvSpPr txBox="1"/>
          <p:nvPr/>
        </p:nvSpPr>
        <p:spPr>
          <a:xfrm>
            <a:off x="831333" y="666623"/>
            <a:ext cx="6076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 Tools &amp; APIs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624FB9E-9388-463A-F86C-7F3273482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334" y="666623"/>
            <a:ext cx="7481333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provides a wide range of developer tools and APIs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tools help developers build modern web applications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 allow integration of Google services into applications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 tools include platforms, SDKs, and toolkits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APIs include Maps, Ads, Search, and Social APIs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development time and improves efficiency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websites, mobile apps, and cloud services </a:t>
            </a:r>
          </a:p>
        </p:txBody>
      </p:sp>
    </p:spTree>
    <p:extLst>
      <p:ext uri="{BB962C8B-B14F-4D97-AF65-F5344CB8AC3E}">
        <p14:creationId xmlns:p14="http://schemas.microsoft.com/office/powerpoint/2010/main" val="3274754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96D6-60B0-FA01-A3B3-6CAAD0A1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284F7-2FFE-DCDA-5113-A2A80E17DB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D22C5-D514-3E1E-42C2-7CF7F52B32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B3F96-9E8B-79CC-6632-CECBFA76E88A}"/>
              </a:ext>
            </a:extLst>
          </p:cNvPr>
          <p:cNvSpPr txBox="1"/>
          <p:nvPr/>
        </p:nvSpPr>
        <p:spPr>
          <a:xfrm>
            <a:off x="947056" y="655737"/>
            <a:ext cx="7271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Web Toolkit &amp; AJAX APIs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3B35557-A804-8B6C-F146-3A40F9A66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159" y="828035"/>
            <a:ext cx="6256841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Web Toolkit (GWT) is used to build web applications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Developers write code in Java using GWT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GWT automatically converts Java code into JavaScript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AJAX APIs are used to build interactive web pages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data to update without reloading the entire page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live search suggestions and real-time updates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create dynamic and high-performance web applications </a:t>
            </a:r>
          </a:p>
        </p:txBody>
      </p:sp>
    </p:spTree>
    <p:extLst>
      <p:ext uri="{BB962C8B-B14F-4D97-AF65-F5344CB8AC3E}">
        <p14:creationId xmlns:p14="http://schemas.microsoft.com/office/powerpoint/2010/main" val="54934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8303-082A-D45A-E214-634256EC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45FB0F-07F9-B438-F991-77EA28729A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13139-E462-1BB1-A745-192DC472E1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F6132-1AC1-F5E7-EB15-B886FABFC552}"/>
              </a:ext>
            </a:extLst>
          </p:cNvPr>
          <p:cNvSpPr txBox="1"/>
          <p:nvPr/>
        </p:nvSpPr>
        <p:spPr>
          <a:xfrm>
            <a:off x="947056" y="655737"/>
            <a:ext cx="7206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App Engine (GAE)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BA96CD3-155D-2815-EB4D-E2831E08B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056" y="838920"/>
            <a:ext cx="6353021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App Engine (GAE) is a Platform as a Service (PaaS)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developers to build, deploy, and run applications easily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automatic scaling based on user demand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built-in load balancing for better performance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a secure and reliable cloud environment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cost and eliminates server management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high scalability for large-scale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297533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7469-CAD3-8128-759F-8C5D5765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7E6E7-F53C-584A-7DD4-8FE6963DE0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B2B5267-1955-4B7A-99BD-F281AE7376BD}" type="datetime1">
              <a:rPr lang="en-US" smtClean="0"/>
              <a:t>4/7/2026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EFC01-E582-68F8-091F-82F695DF76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D42A1D-84BA-CE6B-18CD-51C043464341}"/>
              </a:ext>
            </a:extLst>
          </p:cNvPr>
          <p:cNvSpPr txBox="1"/>
          <p:nvPr/>
        </p:nvSpPr>
        <p:spPr>
          <a:xfrm>
            <a:off x="849085" y="612194"/>
            <a:ext cx="7021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Limitations, Pricing &amp; Conclusion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594E78F-C56D-1AA4-36C6-33EFAE939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086" y="1307007"/>
            <a:ext cx="7423827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App Engine has some limitations like reduced flexibility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must follow Google’s standards and environment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to other platforms can be difficult (vendor lock-in)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includes a free tier with limited usage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 apply based on CPU usage, storage, and bandwidth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pay-as-you-use model for cost efficiency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Google provides scalable, reliable, and innovative cloud solutions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094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EA4A47-561E-465A-A6B1-ADF332ABEB53}" type="datetime5">
              <a:rPr lang="en-US" smtClean="0"/>
              <a:pPr>
                <a:defRPr/>
              </a:pPr>
              <a:t>7-Apr-26</a:t>
            </a:fld>
            <a:endParaRPr lang="en-US"/>
          </a:p>
        </p:txBody>
      </p:sp>
      <p:pic>
        <p:nvPicPr>
          <p:cNvPr id="1026" name="Picture 2" descr="Free painted background thank you label templ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971" y="794658"/>
            <a:ext cx="7130143" cy="55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090643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1396</Words>
  <Application>Microsoft Office PowerPoint</Application>
  <PresentationFormat>On-screen Show (4:3)</PresentationFormat>
  <Paragraphs>204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Noto Sans Symbols</vt:lpstr>
      <vt:lpstr>Arial</vt:lpstr>
      <vt:lpstr>Times New Roman</vt:lpstr>
      <vt:lpstr>Wingdings</vt:lpstr>
      <vt:lpstr>Calibri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Sharmila R</dc:creator>
  <cp:lastModifiedBy>Ponabarna Jaganathan</cp:lastModifiedBy>
  <cp:revision>133</cp:revision>
  <dcterms:created xsi:type="dcterms:W3CDTF">2024-07-30T12:13:00Z</dcterms:created>
  <dcterms:modified xsi:type="dcterms:W3CDTF">2026-04-07T03:23:27Z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8DA677CDB42B4F988EB28F34F8A77F12_13</vt:lpwstr>
  </property>
  <property fmtid="{D5CDD505-2E9C-101B-9397-08002B2CF9AE}" pid="3" name="KSOProductBuildVer">
    <vt:lpwstr>1033-12.2.0.18283</vt:lpwstr>
  </property>
</Properties>
</file>